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5C4D5"/>
                </a:solidFill>
              </a:rPr>
              <a:t>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5C4D5"/>
                </a:solidFill>
              </a:rPr>
              <a:t>DBMS PROJECT REPORT   ·  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Final Project Demonstration &amp;
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B9C6D8"/>
                </a:solidFill>
              </a:rPr>
              <a:t>Software License &amp; Subscription Management System — Complete Delivered Product (MySQL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PRESENTED BY   Jampana Naga Satya Sai Rishvarma</a:t>
            </a:r>
          </a:p>
          <a:p>
            <a:r>
              <a:rPr sz="1300" b="0">
                <a:solidFill>
                  <a:srgbClr val="B9C6D8"/>
                </a:solidFill>
              </a:rPr>
              <a:t>STUDENT ID   25WU0102105</a:t>
            </a:r>
          </a:p>
          <a:p>
            <a:r>
              <a:rPr sz="1300" b="0">
                <a:solidFill>
                  <a:srgbClr val="B9C6D8"/>
                </a:solidFill>
              </a:rPr>
              <a:t>PROGRAM   B.Tech CSE (AI &amp; ML)  ·  Woxsen University,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REVIEW 3</a:t>
            </a:r>
          </a:p>
          <a:p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01 · Final Demonstration</a:t>
            </a:r>
          </a:p>
          <a:p>
            <a:r>
              <a:rPr sz="1150">
                <a:solidFill>
                  <a:srgbClr val="5A6473"/>
                </a:solidFill>
              </a:rPr>
              <a:t>End-to-end product walkthrough — every FR01–FR08 requirement executed live on the built database.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02 · Business Rule Validation</a:t>
            </a:r>
          </a:p>
          <a:p>
            <a:r>
              <a:rPr sz="1150">
                <a:solidFill>
                  <a:srgbClr val="5A6473"/>
                </a:solidFill>
              </a:rPr>
              <a:t>Negative tests proving integrity is enforced at the database level, not in the application.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03 · Documentation</a:t>
            </a:r>
          </a:p>
          <a:p>
            <a:r>
              <a:rPr sz="1150">
                <a:solidFill>
                  <a:srgbClr val="5A6473"/>
                </a:solidFill>
              </a:rPr>
              <a:t>Complete deliverables: SQL build scripts, README, test evidence and user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Software License &amp; Subscription Management System · Review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FINAL DELIVERY</a:t>
            </a:r>
          </a:p>
          <a:p>
            <a:r>
              <a:rPr sz="2600" b="1">
                <a:solidFill>
                  <a:srgbClr val="FFFFFF"/>
                </a:solidFill>
              </a:rPr>
              <a:t>Delivered System — Requirements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14"/>
                <a:gridCol w="3063943"/>
                <a:gridCol w="6127886"/>
                <a:gridCol w="851095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Req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Implemented As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Record purchases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PURCHASE rows with vendor/product/cost; UNIQUE invoice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FR02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Allocate licenses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sp_allocate_license + seat-limit trigger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Reclaim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sp_reclaim_license sets RECLAIMED via return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FR04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Monitor expiry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v_expiry_monitor with CRITICAL/WARNING/EXPIRED bands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Compliance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v_compliance_violations + sp_run_compliance_check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FR06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Renewals &amp; cost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sp_renew_license, v_upcoming_renewals, renewal spend in v_vendor_spend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Utilization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v_license_utilization, v_department_allocations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FR08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Search &amp; audit history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Allocation lifecycle query by user/license with full history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All eight functional requirements from the Review 1 SRS are implemented and demonstrated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FINAL DEMONSTRATION</a:t>
            </a:r>
          </a:p>
          <a:p>
            <a:r>
              <a:rPr sz="2600" b="1">
                <a:solidFill>
                  <a:srgbClr val="FFFFFF"/>
                </a:solidFill>
              </a:rPr>
              <a:t>Final Demonstration — Live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Act 1 · Data Foundation</a:t>
            </a:r>
          </a:p>
          <a:p>
            <a:r>
              <a:rPr sz="1150">
                <a:solidFill>
                  <a:srgbClr val="5A6473"/>
                </a:solidFill>
              </a:rPr>
              <a:t>Build database from 5 SQL scripts; show schema, seed data and referential integrity across 12 tables.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Act 2 · Lifecycle Workflows</a:t>
            </a:r>
          </a:p>
          <a:p>
            <a:r>
              <a:rPr sz="1150">
                <a:solidFill>
                  <a:srgbClr val="5A6473"/>
                </a:solidFill>
              </a:rPr>
              <a:t>Purchase → allocate → reclaim → renew executed as ACID transactions via stored procedures.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Act 3 · Insight &amp; Audit</a:t>
            </a:r>
          </a:p>
          <a:p>
            <a:r>
              <a:rPr sz="1150">
                <a:solidFill>
                  <a:srgbClr val="5A6473"/>
                </a:solidFill>
              </a:rPr>
              <a:t>Utilization, expiry, compliance, vendor-spend and upcoming-renewal reports; compliance sweep audit trail.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Demo script 05_demo_queries.sql runs 12 numbered demonstrations in sequence — repeatable and self-contained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Sample results shown in review: JetBrains ₹1.7L lifetime spend; Office 365 at 8% utilization; 4 expired licenses flagged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FINAL DEMONSTRATION</a:t>
            </a:r>
          </a:p>
          <a:p>
            <a:r>
              <a:rPr sz="2600" b="1">
                <a:solidFill>
                  <a:srgbClr val="FFFFFF"/>
                </a:solidFill>
              </a:rPr>
              <a:t>Business Rule Validation — Negative Test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386"/>
                <a:gridCol w="3065994"/>
                <a:gridCol w="4399035"/>
                <a:gridCol w="799824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Attempted Operation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Observed Behaviour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Over-allocate beyond purchased seats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INSERT into ALLOCATION at seat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Aborted — 'BR-03 violated: all purchased seats allocated'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Allocate on non-ACTIVE license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INSERT against expired/revoked license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Aborted by trigger BR-01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Return date before allocation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UPDATE ALLOCATION with earlier 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Aborted by BR-04 CHECK +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Duplicate license key / invoice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INSERT duplicate key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Rejected by UNIQUE constraint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Reclaim non-active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CALL sp_reclaim_license on RECLAIMED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Aborted — 'Allocation not found or not ACTIVE'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Integrity holds even when rules are deliberately violated — database-level enforcement proven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DOCUMENTATION</a:t>
            </a:r>
          </a:p>
          <a:p>
            <a:r>
              <a:rPr sz="2600" b="1">
                <a:solidFill>
                  <a:srgbClr val="FFFFFF"/>
                </a:solidFill>
              </a:rPr>
              <a:t>Documentation — Final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sql/01_schema.sql</a:t>
            </a:r>
          </a:p>
          <a:p>
            <a:r>
              <a:rPr sz="1150">
                <a:solidFill>
                  <a:srgbClr val="5A6473"/>
                </a:solidFill>
              </a:rPr>
              <a:t>Complete 3NF DDL: 12 tables, PK/FK graph, CHECK &amp; UNIQUE constraints, 4 triggers, business rules BR-01…BR-04.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sql/02–05 scripts</a:t>
            </a:r>
          </a:p>
          <a:p>
            <a:r>
              <a:rPr sz="1150">
                <a:solidFill>
                  <a:srgbClr val="5A6473"/>
                </a:solidFill>
              </a:rPr>
              <a:t>Seed dataset, 6 reporting views, 4 stored procedures and a 12-step demonstration script with README build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Review decks 1–3</a:t>
            </a:r>
          </a:p>
          <a:p>
            <a:r>
              <a:rPr sz="1150">
                <a:solidFill>
                  <a:srgbClr val="5A6473"/>
                </a:solidFill>
              </a:rPr>
              <a:t>Requirement analysis → design &amp; implementation → final demonstration; full project narrative for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README.md documents build order, requirements (MySQL 8), enforced business rules and verification results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Verification evidence: schema + seed + views executed end-to-end; negative tests recorded with observed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DOCUMENTATION</a:t>
            </a:r>
          </a:p>
          <a:p>
            <a:r>
              <a:rPr sz="2600" b="1">
                <a:solidFill>
                  <a:srgbClr val="FFFFFF"/>
                </a:solidFill>
              </a:rPr>
              <a:t>Testing Summary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769"/>
                <a:gridCol w="6833795"/>
                <a:gridCol w="1301675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Test Area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Schema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12/12 tables created; all constraints attached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Seed data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4 vendors, 6 products, 6 purchases, 6 licenses, 8 allocations loaded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Reporting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6/6 views return correct aggregates vs manual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Workflows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Allocate / reclaim / renew transactions commit or roll back cleanly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Negative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 limit, expiry, date-order, duplicate-key violations all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Backups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mysqldump scheduled backup procedure documented in README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Reports return in well under a second on the demo dataset — NFR performance target met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CONCLUSION</a:t>
            </a:r>
          </a:p>
          <a:p>
            <a:r>
              <a:rPr sz="2600" b="1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E1A2B"/>
                </a:solidFill>
              </a:rPr>
              <a:t>• Centralized single source of truth for every license, subscription, allocation and renewal across departments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E1A2B"/>
                </a:solidFill>
              </a:rPr>
              <a:t>• Business rules enforced inside the database — unique keys, seat limits, valid periods and ACID workflows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E1A2B"/>
                </a:solidFill>
              </a:rPr>
              <a:t>• Proactive monitoring: expiry bands, automated compliance sweeps and dated audit history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E1A2B"/>
                </a:solidFill>
              </a:rPr>
              <a:t>• Decision support: utilization percentages, department usage and lifetime vendor spend for renewal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Web dashboard for department managers and end users on top of the database layer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Email/Slack alerts for CRITICAL expiry band; RBAC integration with campus SSO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SaaS API ingestion for automatic usage and true-up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Thank you — Questions? · Jampana Naga Satya Sai Rishvarma · 25WU0102105 · Woxsen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