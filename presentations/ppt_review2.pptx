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463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5C4D5"/>
                </a:solidFill>
              </a:rPr>
              <a:t>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5C4D5"/>
                </a:solidFill>
              </a:rPr>
              <a:t>DBMS PROJECT REPORT   ·  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Design, Implementation Progress &amp;
Prototype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9C6D8"/>
                </a:solidFill>
              </a:rPr>
              <a:t>Software License &amp; Subscription Management System — Relational Database (MySQL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PRESENTED BY   Jampana Naga Satya Sai Rishvarma</a:t>
            </a:r>
          </a:p>
          <a:p>
            <a:r>
              <a:rPr sz="1300" b="0">
                <a:solidFill>
                  <a:srgbClr val="B9C6D8"/>
                </a:solidFill>
              </a:rPr>
              <a:t>STUDENT ID   25WU0102105</a:t>
            </a:r>
          </a:p>
          <a:p>
            <a:r>
              <a:rPr sz="1300" b="0">
                <a:solidFill>
                  <a:srgbClr val="B9C6D8"/>
                </a:solidFill>
              </a:rPr>
              <a:t>PROGRAM   B.Tech CSE (AI &amp; ML)  ·  Woxsen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REVIEW 2</a:t>
            </a:r>
          </a:p>
          <a:p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01 · Design</a:t>
            </a:r>
          </a:p>
          <a:p>
            <a:r>
              <a:rPr sz="1150">
                <a:solidFill>
                  <a:srgbClr val="5A6473"/>
                </a:solidFill>
              </a:rPr>
              <a:t>Finalized 3NF relational schema, integrity constraints and business-rule enforcement at the database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02 · Implementation Progress</a:t>
            </a:r>
          </a:p>
          <a:p>
            <a:r>
              <a:rPr sz="1150">
                <a:solidFill>
                  <a:srgbClr val="5A6473"/>
                </a:solidFill>
              </a:rPr>
              <a:t>Schema built and populated in MySQL 8; views, triggers and stored procedures implemented and verified.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03 · Prototype Demonstration</a:t>
            </a:r>
          </a:p>
          <a:p>
            <a:r>
              <a:rPr sz="1150">
                <a:solidFill>
                  <a:srgbClr val="5A6473"/>
                </a:solidFill>
              </a:rPr>
              <a:t>Working prototype walkthrough — allocation, expiry, compliance and cost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Software License &amp; Subscription Management System · Review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</a:rPr>
              <a:t>Finalized Relational Design —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12 tables across 4 modules: Procurement · Licensing · Organization · Compliance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All transitive and partial dependencies removed; every non-key attribute depends on the key only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Primary keys on every table; 10 foreign keys with ON UPDATE CASCADE / ON DELETE RESTRICT (or CASCADE for owned data)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E1A2B"/>
                </a:solidFill>
              </a:rPr>
              <a:t>• ENUM domains lock status and category values; UNIQUE constraints on license_key, emails, hostnames and invoice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490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829818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Tables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VENDOR, SOFTWARE_PRODUCT, PURCHASE, RENEWAL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Licensing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LICENSE, LICENSE_TYPE, SUBSCRIPTION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DEPARTMENT, APP_USER,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E1A2B"/>
                          </a:solidFill>
                        </a:rPr>
                        <a:t>ALLOCATION, COMPLIANCE_CHECK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Single source of truth for the full license lifecycle: purchase → allocation → renewal → retirement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DESIGN</a:t>
            </a:r>
          </a:p>
          <a:p>
            <a:r>
              <a:rPr sz="2600" b="1">
                <a:solidFill>
                  <a:srgbClr val="FFFFFF"/>
                </a:solidFill>
              </a:rPr>
              <a:t>Design Decisions — Business Rules in the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465"/>
                <a:gridCol w="4282931"/>
                <a:gridCol w="4639842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Database Enforcement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BR-01 / BR-02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License must be ACTIVE and allocation date within validity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Trigger BEFORE INSERT on 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BR-03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Seats allocated ≤ seats purchased per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Trigger counts active allocations vs total_seats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Allocation period must be valid (return ≥ allocation)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CHECK constraint + BEFORE UPDATE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Integrity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Reclaim workflow sets status on return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BEFORE UPDATE trigger sets RECLAIMED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/ reclaim / renew run as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Stored procedures with COMMIT /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Rules are enforced at the database level, so no application layer can bypass them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 PROGRESS</a:t>
            </a:r>
          </a:p>
          <a:p>
            <a:r>
              <a:rPr sz="2600" b="1">
                <a:solidFill>
                  <a:srgbClr val="FFFFFF"/>
                </a:solidFill>
              </a:rPr>
              <a:t>Implementation — Architecture &amp;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Data Layer · MySQL 8</a:t>
            </a:r>
          </a:p>
          <a:p>
            <a:r>
              <a:rPr sz="1150">
                <a:solidFill>
                  <a:srgbClr val="5A6473"/>
                </a:solidFill>
              </a:rPr>
              <a:t>12-table schema in database license_mgmt; 6 reporting views; 4 triggers; 4 stored procedures; CHECK &amp; UNIQUE constraints.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Scripts Delivered</a:t>
            </a:r>
          </a:p>
          <a:p>
            <a:r>
              <a:rPr sz="1150">
                <a:solidFill>
                  <a:srgbClr val="5A6473"/>
                </a:solidFill>
              </a:rPr>
              <a:t>01_schema.sql · 02_seed.sql · 03_views_reports.sql · 04_procedures.sql · 05_demo_queries.sql + README with build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Verification Harness</a:t>
            </a:r>
          </a:p>
          <a:p>
            <a:r>
              <a:rPr sz="1150">
                <a:solidFill>
                  <a:srgbClr val="5A6473"/>
                </a:solidFill>
              </a:rPr>
              <a:t>Schema, seed data, all views and the seat-limit trigger executed end-to-end; over-allocation attempt correctly rejected.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10642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Seed dataset: 4 vendors, 6 products, 5 departments, 8 users, 6 purchases (₹3.18L), 6 licenses, 8 allocations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Include realistic edge cases: reclaimed seats, expired licenses and inactive users for compliance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IMPLEMENTATION PROGRESS</a:t>
            </a:r>
          </a:p>
          <a:p>
            <a:r>
              <a:rPr sz="2600" b="1">
                <a:solidFill>
                  <a:srgbClr val="FFFFFF"/>
                </a:solidFill>
              </a:rPr>
              <a:t>Implementation Progress — Milestones vs Review 1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819"/>
                <a:gridCol w="1531971"/>
                <a:gridCol w="5787448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Review 1 Planned Milestone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Normalize &amp; implement 3NF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12 tables, PK/FK, CHECK + UNIQUE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Core database &amp; CRUD operations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Seed data loaded; INSERT/UPDATE/DELETE flows validated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Monitoring &amp;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Expiry monitor, compliance sweep procedure, reclaim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Reports &amp; decision support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6 views: utilization, department, expiry, compliance, spend, renewals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Testing, security &amp;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Negative tests passing; RBAC &amp; backup docs planned for Review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All four Review 1 milestones for design &amp; implementation are complete; testing wraps up before Review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PROTOTYPE DEMO</a:t>
            </a:r>
          </a:p>
          <a:p>
            <a:r>
              <a:rPr sz="2600" b="1">
                <a:solidFill>
                  <a:srgbClr val="FFFFFF"/>
                </a:solidFill>
              </a:rPr>
              <a:t>Prototype Demonstration — Monitoring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v_expiry_monitor</a:t>
            </a:r>
          </a:p>
          <a:p>
            <a:r>
              <a:rPr sz="1150">
                <a:solidFill>
                  <a:srgbClr val="5A6473"/>
                </a:solidFill>
              </a:rPr>
              <a:t>Bands every license: EXPIRED / CRITICAL &lt;30d / WARNING &lt;90d / OK, with days-to-expiry computed in 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v_compliance_violations</a:t>
            </a:r>
          </a:p>
          <a:p>
            <a:r>
              <a:rPr sz="1150">
                <a:solidFill>
                  <a:srgbClr val="5A6473"/>
                </a:solidFill>
              </a:rPr>
              <a:t>Flags EXPIRED_LICENSE, UNASSIGNED_DEVICE and USER_INACTIVE across all active allocations.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645920"/>
            <a:ext cx="3544824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E8A020"/>
                </a:solidFill>
              </a:rPr>
              <a:t>sp_run_compliance_check</a:t>
            </a:r>
          </a:p>
          <a:p>
            <a:r>
              <a:rPr sz="1150">
                <a:solidFill>
                  <a:srgbClr val="5A6473"/>
                </a:solidFill>
              </a:rPr>
              <a:t>Sweeps every active allocation and writes dated audit rows into COMPLIANCE_CHECK.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Demo query set: EXPIRED + WARNING licenses, compliance findings, dated audit trail (FR04 · FR05)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1A2B"/>
                </a:solidFill>
              </a:rPr>
              <a:t>• Live check: 4 licenses past validity correctly flagged; audit rows persisted with check date and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PROTOTYPE DEMO</a:t>
            </a:r>
          </a:p>
          <a:p>
            <a:r>
              <a:rPr sz="2600" b="1">
                <a:solidFill>
                  <a:srgbClr val="FFFFFF"/>
                </a:solidFill>
              </a:rPr>
              <a:t>Prototype Demonstration — Workflows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620"/>
                <a:gridCol w="3848431"/>
                <a:gridCol w="4650187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Workflow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1A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Allocate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sp_allocate_license(3, 4, 4,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granted; utilization view updates (FR02)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Over-allocation blocked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INSERT beyond seats → SIGNAL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BR-03 trigger aborts with clear error (FR02)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Reclaim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sp_reclaim_license(8,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 returned, status RECLAIMED (FR03)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Renew license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CALL sp_renew_license(3, 50000, ...)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Renewal row + validity extended atomically (FR06)</a:t>
                      </a:r>
                    </a:p>
                  </a:txBody>
                  <a:tcPr>
                    <a:solidFill>
                      <a:srgbClr val="EAF0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Utilization &amp;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v_license_utilization · v_vendor_spend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E1A2B"/>
                          </a:solidFill>
                        </a:rPr>
                        <a:t>Seats free %, lifetime vendor spend (FR07)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Every functional requirement FR01–FR08 now has a working database-backed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tIns="109728"/>
          <a:lstStyle/>
          <a:p>
            <a:pPr algn="ctr"/>
            <a:r>
              <a:rPr sz="1200" b="1">
                <a:solidFill>
                  <a:srgbClr val="35C4D5"/>
                </a:solidFill>
              </a:rPr>
              <a:t>NEXT STEPS</a:t>
            </a:r>
          </a:p>
          <a:p>
            <a:r>
              <a:rPr sz="2600" b="1">
                <a:solidFill>
                  <a:srgbClr val="FFFFFF"/>
                </a:solidFill>
              </a:rPr>
              <a:t>Remaining Plan — Toward Review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5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F6FEB"/>
                </a:solidFill>
              </a:rPr>
              <a:t>Testing &amp; Hardening</a:t>
            </a:r>
          </a:p>
          <a:p>
            <a:r>
              <a:rPr sz="1150">
                <a:solidFill>
                  <a:srgbClr val="5A6473"/>
                </a:solidFill>
              </a:rPr>
              <a:t>Edge-case suite: boundary seats, concurrent allocation, cascade behaviour; record pass/fail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064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35C4D5"/>
                </a:solidFill>
              </a:rPr>
              <a:t>Security &amp; Access</a:t>
            </a:r>
          </a:p>
          <a:p>
            <a:r>
              <a:rPr sz="1150">
                <a:solidFill>
                  <a:srgbClr val="5A6473"/>
                </a:solidFill>
              </a:rPr>
              <a:t>Role-based access for IT Admin, Procurement, Compliance; restrict license keys to authorized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5488" y="1828800"/>
            <a:ext cx="3544824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500" b="1">
                <a:solidFill>
                  <a:srgbClr val="1EA97A"/>
                </a:solidFill>
              </a:rPr>
              <a:t>Documentation</a:t>
            </a:r>
          </a:p>
          <a:p>
            <a:r>
              <a:rPr sz="1150">
                <a:solidFill>
                  <a:srgbClr val="5A6473"/>
                </a:solidFill>
              </a:rPr>
              <a:t>Final report: schema diagrams, README, user guide, test results and deployment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473"/>
                </a:solidFill>
              </a:rPr>
              <a:t>Review 3 will present the finished system: final demonstration + complete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