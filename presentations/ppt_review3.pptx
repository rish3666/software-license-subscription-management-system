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5C4D5"/>
                </a:solidFill>
              </a:rPr>
              <a:t>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5C4D5"/>
                </a:solidFill>
              </a:rPr>
              <a:t>DBMS PROJECT REPORT   ·  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Final Project Demonstration &amp;
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9C6D8"/>
                </a:solidFill>
              </a:rPr>
              <a:t>Software License &amp; Subscription Management System — Complete Delivered Product (MySQL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PRESENTED BY   Jampana Naga Satya Sai Rishvarma</a:t>
            </a:r>
          </a:p>
          <a:p>
            <a:r>
              <a:rPr sz="1300" b="0">
                <a:solidFill>
                  <a:srgbClr val="B9C6D8"/>
                </a:solidFill>
              </a:rPr>
              <a:t>STUDENT ID   25WU0102105</a:t>
            </a:r>
          </a:p>
          <a:p>
            <a:r>
              <a:rPr sz="1300" b="0">
                <a:solidFill>
                  <a:srgbClr val="B9C6D8"/>
                </a:solidFill>
              </a:rPr>
              <a:t>PROGRAM   B.Tech CSE (AI &amp; ML)  ·  Woxsen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REVIEW 3</a:t>
            </a:r>
          </a:p>
          <a:p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01 · Final Demonstration</a:t>
            </a:r>
          </a:p>
          <a:p>
            <a:r>
              <a:rPr sz="1150">
                <a:solidFill>
                  <a:srgbClr val="5A6473"/>
                </a:solidFill>
              </a:rPr>
              <a:t>End-to-end product walkthrough — every FR01–FR08 requirement executed live on the built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02 · Business Rule Validation</a:t>
            </a:r>
          </a:p>
          <a:p>
            <a:r>
              <a:rPr sz="1150">
                <a:solidFill>
                  <a:srgbClr val="5A6473"/>
                </a:solidFill>
              </a:rPr>
              <a:t>Negative tests proving integrity is enforced at the database level, not in the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03 · Documentation</a:t>
            </a:r>
          </a:p>
          <a:p>
            <a:r>
              <a:rPr sz="1150">
                <a:solidFill>
                  <a:srgbClr val="5A6473"/>
                </a:solidFill>
              </a:rPr>
              <a:t>Complete deliverables: SQL build scripts, README, test evidence and user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Software License &amp; Subscription Management System · Review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FINAL DELIVERY</a:t>
            </a:r>
          </a:p>
          <a:p>
            <a:r>
              <a:rPr sz="2600" b="1">
                <a:solidFill>
                  <a:srgbClr val="FFFFFF"/>
                </a:solidFill>
              </a:rPr>
              <a:t>Delivered System — Requirements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14"/>
                <a:gridCol w="3063943"/>
                <a:gridCol w="6127886"/>
                <a:gridCol w="85109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Implemented As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Record purchases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PURCHASE rows with vendor/product/cost; UNIQUE invoice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FR02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Allocate licenses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sp_allocate_license + seat-limit trigger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Reclaim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sp_reclaim_license sets RECLAIMED via return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FR04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Monitor expiry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v_expiry_monitor with CRITICAL/WARNING/EXPIRED bands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Compliance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v_compliance_violations + sp_run_compliance_check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FR06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Renewals &amp; cost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sp_renew_license, v_upcoming_renewals, renewal spend in v_vendor_spend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Utilization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v_license_utilization, v_department_allocations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FR08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Search &amp; audit history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Allocation lifecycle query by user/license with full history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All eight functional requirements from the Review 1 SRS are implemented and demonstrated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FINAL DEMONSTRATION</a:t>
            </a:r>
          </a:p>
          <a:p>
            <a:r>
              <a:rPr sz="2600" b="1">
                <a:solidFill>
                  <a:srgbClr val="FFFFFF"/>
                </a:solidFill>
              </a:rPr>
              <a:t>Final Demonstration — Live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Act 1 · Data Foundation</a:t>
            </a:r>
          </a:p>
          <a:p>
            <a:r>
              <a:rPr sz="1150">
                <a:solidFill>
                  <a:srgbClr val="5A6473"/>
                </a:solidFill>
              </a:rPr>
              <a:t>Build database from 5 SQL scripts; show schema, seed data and referential integrity across 12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Act 2 · Lifecycle Workflows</a:t>
            </a:r>
          </a:p>
          <a:p>
            <a:r>
              <a:rPr sz="1150">
                <a:solidFill>
                  <a:srgbClr val="5A6473"/>
                </a:solidFill>
              </a:rPr>
              <a:t>Purchase → allocate → reclaim → renew executed as ACID transactions via stored procedures.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Act 3 · Insight &amp; Audit</a:t>
            </a:r>
          </a:p>
          <a:p>
            <a:r>
              <a:rPr sz="1150">
                <a:solidFill>
                  <a:srgbClr val="5A6473"/>
                </a:solidFill>
              </a:rPr>
              <a:t>Utilization, expiry, compliance, vendor-spend and upcoming-renewal reports; compliance sweep audit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Demo script 05_demo_queries.sql runs 12 numbered demonstrations in sequence — repeatable and self-contained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Sample results shown in review: JetBrains ₹1.7L lifetime spend; Office 365 at 8% utilization; 4 expired licenses flagged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IMPLEMENTATION</a:t>
            </a:r>
          </a:p>
          <a:p>
            <a:r>
              <a:rPr sz="2600" b="1">
                <a:solidFill>
                  <a:srgbClr val="FFFFFF"/>
                </a:solidFill>
              </a:rPr>
              <a:t>Implementation — Architecture &amp;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44824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Database Layer · MySQL 8</a:t>
            </a:r>
          </a:p>
          <a:p>
            <a:r>
              <a:rPr sz="1150">
                <a:solidFill>
                  <a:srgbClr val="5A6473"/>
                </a:solidFill>
              </a:rPr>
              <a:t>12-table 3NF schema (license_mgmt): PK/FK graph, CHECK &amp; UNIQUE constraints, ENUM domains, 4 triggers enforcing BR-01…BR-04 on every write.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463040"/>
            <a:ext cx="3544824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Logic Layer · SQL Objects</a:t>
            </a:r>
          </a:p>
          <a:p>
            <a:r>
              <a:rPr sz="1150">
                <a:solidFill>
                  <a:srgbClr val="5A6473"/>
                </a:solidFill>
              </a:rPr>
              <a:t>6 reporting views (utilization, department, expiry, compliance, vendor spend, renewals) + 5 stored procedures: allocate, reclaim, renew, compliance sweep, status sync — all ACID.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463040"/>
            <a:ext cx="3544824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Application Layer · Streamlit</a:t>
            </a:r>
          </a:p>
          <a:p>
            <a:r>
              <a:rPr sz="1150">
                <a:solidFill>
                  <a:srgbClr val="5A6473"/>
                </a:solidFill>
              </a:rPr>
              <a:t>Python UI over the same views and procedures; dual engine (MySQL or bundled SQLite demo) so the prototype runs with zero external setup.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94760"/>
          <a:ext cx="110642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79"/>
                <a:gridCol w="737615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Artifact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sql/01_schema.sql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DDL: 12 tables, constraints,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sql/02_seed.sql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4 vendors, 6 products, 8 users, 6 purchases (₹3.18L), 8 allocations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sql/03_views_reports.sql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6 reporting views incl. effective-status expiry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sql/04_procedures.sql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5 transactional stored procedures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sql/05_demo_queries.sql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12-step repeatable demonstration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app.py + crud.py + db.py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Streamlit UI, CRUD diff-engine, dual-engine connection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data/app.db + scripts/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1A2B"/>
                          </a:solidFill>
                        </a:rPr>
                        <a:t>SQLite demo mirror (identical schema, views, triggers)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Full source of truth: every artifact is versionable plain text — schema, rules, data and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IMPLEMENTATION</a:t>
            </a:r>
          </a:p>
          <a:p>
            <a:r>
              <a:rPr sz="2600" b="1">
                <a:solidFill>
                  <a:srgbClr val="FFFFFF"/>
                </a:solidFill>
              </a:rPr>
              <a:t>Implementation — Module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864"/>
                <a:gridCol w="3848431"/>
                <a:gridCol w="545194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Tables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Delivered Behaviour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VENDOR · SOFTWARE_PRODUCT · PURCHASE ·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CRUD forms + renewal workflow extends license validity atomically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Licensing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LICENSE · LICENSE_TYPE · SUBSCRIPTION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Unique license keys, seat counts, validity windows, billing cycles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DEPARTMENT · APP_USER ·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Roles (IT Admin, Manager, Procurement, Compliance, Employee)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ALLOCATION · COMPLIANCE_CHECK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Triggers BR-01…BR-04 + dated audit trail per allocation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6 SQL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1A2B"/>
                          </a:solidFill>
                        </a:rPr>
                        <a:t>Live-computed KPIs: utilization %, expiry bands, lifetime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06424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E1A2B"/>
                </a:solidFill>
              </a:rPr>
              <a:t>• Every business rule enforced at the DATABASE level (triggers/constraints) — no application bypass possible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E1A2B"/>
                </a:solidFill>
              </a:rPr>
              <a:t>• Workflows run as transactions: allocate/reclaim/renew either fully commit or fully roll back (ACID)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Modules map 1:1 to the Review 1 conceptual design — traceability from ER model to shipped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APPLICATION FEATURES</a:t>
            </a:r>
          </a:p>
          <a:p>
            <a:r>
              <a:rPr sz="2600" b="1">
                <a:solidFill>
                  <a:srgbClr val="FFFFFF"/>
                </a:solidFill>
              </a:rPr>
              <a:t>Application Features — Web UI (Streamlit)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📊 Dashboard</a:t>
            </a:r>
          </a:p>
          <a:p>
            <a:r>
              <a:rPr sz="1150">
                <a:solidFill>
                  <a:srgbClr val="5A6473"/>
                </a:solidFill>
              </a:rPr>
              <a:t>Live KPIs (licenses, seats, utilization %), color-banded expiry monitor, vendor spend chart, upcoming renewals.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55448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🔁 Workflows</a:t>
            </a:r>
          </a:p>
          <a:p>
            <a:r>
              <a:rPr sz="1150">
                <a:solidFill>
                  <a:srgbClr val="5A6473"/>
                </a:solidFill>
              </a:rPr>
              <a:t>Allocate seats (only valid, non-full licenses offered), reclaim seats — rejected actions surface trigger errors in the 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55448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✅ Compliance</a:t>
            </a:r>
          </a:p>
          <a:p>
            <a:r>
              <a:rPr sz="1150">
                <a:solidFill>
                  <a:srgbClr val="5A6473"/>
                </a:solidFill>
              </a:rPr>
              <a:t>One-click sweep writes dated audit rows; violations (expired / unassigned / inactive user) highlighted in 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354482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🛒 Purchases &amp; Renewals</a:t>
            </a:r>
          </a:p>
          <a:p>
            <a:r>
              <a:rPr sz="1150">
                <a:solidFill>
                  <a:srgbClr val="5A6473"/>
                </a:solidFill>
              </a:rPr>
              <a:t>Record purchases with unique invoices; renewal form extends validity and flips status back to ACTIVE in one transaction.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4114800"/>
            <a:ext cx="354482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⚙️ Manage Data</a:t>
            </a:r>
          </a:p>
          <a:p>
            <a:r>
              <a:rPr sz="1150">
                <a:solidFill>
                  <a:srgbClr val="5A6473"/>
                </a:solidFill>
              </a:rPr>
              <a:t>Full CRUD on ALL 12 tables: add forms with FK dropdowns &amp; date/enum pickers, spreadsheet-style edits, multi-row delete.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5488" y="4114800"/>
            <a:ext cx="3544824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🛡️ Integrity UX</a:t>
            </a:r>
          </a:p>
          <a:p>
            <a:r>
              <a:rPr sz="1150">
                <a:solidFill>
                  <a:srgbClr val="5A6473"/>
                </a:solidFill>
              </a:rPr>
              <a:t>BR-01…BR-04, UNIQUE and FK rules enforced by the DB; every violation shows as a clear error toast — zero silent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APPLICATION FEATURES</a:t>
            </a:r>
          </a:p>
          <a:p>
            <a:r>
              <a:rPr sz="2600" b="1">
                <a:solidFill>
                  <a:srgbClr val="FFFFFF"/>
                </a:solidFill>
              </a:rPr>
              <a:t>Application Implementation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E1A2B"/>
                </a:solidFill>
              </a:rPr>
              <a:t>• Dual-engine access: auto-detects MySQL 8 (LM_DB_* env vars), falls back to a bundled SQLite mirror with identical schema, views and triggers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E1A2B"/>
                </a:solidFill>
              </a:rPr>
              <a:t>• crud.py change-diffing: spreadsheet edits write only changed cells (verified 1 change → 1 UPDATE; no changes → 0)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E1A2B"/>
                </a:solidFill>
              </a:rPr>
              <a:t>• Expiry consistency: dashboard syncs stored status with validity dates on load; view exposes effective vs stored status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E1A2B"/>
                </a:solidFill>
              </a:rPr>
              <a:t>• Constrained forms: allocatable licenses = ACTIVE + unexpired + seats free; FK dropdowns list only real rows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E1A2B"/>
                </a:solidFill>
              </a:rPr>
              <a:t>• Unique widget keys across all 12 admin tabs (59 keys) — no duplicate-ID errors, stable state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E1A2B"/>
                </a:solidFill>
              </a:rPr>
              <a:t>• Verified headlessly: allocate→edit→reclaim round trip; BR-02/BR-03/UNIQUE/FK rejections surfaced; data restored after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Running prototype: streamlit run app.py → http://localhost:8602 (demo DB) or MySQL via LM_DB_* env vars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APPLICATION FEATURES</a:t>
            </a:r>
          </a:p>
          <a:p>
            <a:r>
              <a:rPr sz="2600" b="1">
                <a:solidFill>
                  <a:srgbClr val="FFFFFF"/>
                </a:solidFill>
              </a:rPr>
              <a:t>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3474720" cy="2171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166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1A2B"/>
                </a:solidFill>
              </a:rPr>
              <a:t>Dashboard — KPIs, expiry monitor, vendor spend</a:t>
            </a:r>
          </a:p>
        </p:txBody>
      </p:sp>
      <p:pic>
        <p:nvPicPr>
          <p:cNvPr id="7" name="Picture 6" descr="work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2011680"/>
            <a:ext cx="3474720" cy="2171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59" y="420166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1A2B"/>
                </a:solidFill>
              </a:rPr>
              <a:t>Allocations — allocate &amp; reclaim seats</a:t>
            </a:r>
          </a:p>
        </p:txBody>
      </p:sp>
      <p:pic>
        <p:nvPicPr>
          <p:cNvPr id="9" name="Picture 8" descr="compl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011680"/>
            <a:ext cx="3474720" cy="2171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420166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1A2B"/>
                </a:solidFill>
              </a:rPr>
              <a:t>Compliance — violations &amp;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Live capture from the running prototype — streamlit run 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APPLICATION FEATURES</a:t>
            </a:r>
          </a:p>
          <a:p>
            <a:r>
              <a:rPr sz="2600" b="1">
                <a:solidFill>
                  <a:srgbClr val="FFFFFF"/>
                </a:solidFill>
              </a:rPr>
              <a:t>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7034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1A2B"/>
                </a:solidFill>
              </a:rPr>
              <a:t>Purchases &amp; Renewals — procurement forms</a:t>
            </a:r>
          </a:p>
        </p:txBody>
      </p:sp>
      <p:pic>
        <p:nvPicPr>
          <p:cNvPr id="7" name="Picture 6" descr="manage_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1737360"/>
            <a:ext cx="5303520" cy="331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59" y="507034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1A2B"/>
                </a:solidFill>
              </a:rPr>
              <a:t>Manage Data — add-row form with FK dropdowns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Live capture from the running prototype —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FINAL DEMONSTRATION</a:t>
            </a:r>
          </a:p>
          <a:p>
            <a:r>
              <a:rPr sz="2600" b="1">
                <a:solidFill>
                  <a:srgbClr val="FFFFFF"/>
                </a:solidFill>
              </a:rPr>
              <a:t>Business Rule Validation — Negative Test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386"/>
                <a:gridCol w="3065994"/>
                <a:gridCol w="4399035"/>
                <a:gridCol w="799824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Attempted Operation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Observed Behaviour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Over-allocate beyond purchased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INSERT into ALLOCATION at seat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— 'BR-03 violated: all purchased seats allocated'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Allocate on non-ACTIVE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INSERT against expired/revoked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by trigger BR-01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Return date before allocation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UPDATE ALLOCATION with earlier 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by BR-04 CHECK +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Duplicate license key / invoice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INSERT duplicate key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Rejected by UNIQUE constraint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Reclaim non-active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CALL sp_reclaim_license on RECLAIMED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Aborted — 'Allocation not found or not ACTIVE'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Integrity holds even when rules are deliberately violated — database-level enforcement proven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DOCUMENTATION</a:t>
            </a:r>
          </a:p>
          <a:p>
            <a:r>
              <a:rPr sz="2600" b="1">
                <a:solidFill>
                  <a:srgbClr val="FFFFFF"/>
                </a:solidFill>
              </a:rPr>
              <a:t>Documentation — Final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sql/01_schema.sql</a:t>
            </a:r>
          </a:p>
          <a:p>
            <a:r>
              <a:rPr sz="1150">
                <a:solidFill>
                  <a:srgbClr val="5A6473"/>
                </a:solidFill>
              </a:rPr>
              <a:t>Complete 3NF DDL: 12 tables, PK/FK graph, CHECK &amp; UNIQUE constraints, 4 triggers, business rules BR-01…BR-04.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sql/02–05 scripts</a:t>
            </a:r>
          </a:p>
          <a:p>
            <a:r>
              <a:rPr sz="1150">
                <a:solidFill>
                  <a:srgbClr val="5A6473"/>
                </a:solidFill>
              </a:rPr>
              <a:t>Seed dataset, 6 reporting views, 4 stored procedures and a 12-step demonstration script with README build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Review decks 1–3</a:t>
            </a:r>
          </a:p>
          <a:p>
            <a:r>
              <a:rPr sz="1150">
                <a:solidFill>
                  <a:srgbClr val="5A6473"/>
                </a:solidFill>
              </a:rPr>
              <a:t>Requirement analysis → design &amp; implementation → final demonstration; full project narrative for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README.md documents build order, requirements (MySQL 8), enforced business rules and verification results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Verification evidence: schema + seed + views executed end-to-end; negative tests recorded with observed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DOCUMENTATION</a:t>
            </a:r>
          </a:p>
          <a:p>
            <a:r>
              <a:rPr sz="2600" b="1">
                <a:solidFill>
                  <a:srgbClr val="FFFFFF"/>
                </a:solidFill>
              </a:rPr>
              <a:t>Testing Summary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69"/>
                <a:gridCol w="6833795"/>
                <a:gridCol w="1301675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Test Area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Schema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12/12 tables created; all constraints attached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Seed data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4 vendors, 6 products, 6 purchases, 6 licenses, 8 allocations loaded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Reporting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6/6 views return correct aggregates vs manual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Workflows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Allocate / reclaim / renew transactions commit or roll back cleanly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Negative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 limit, expiry, date-order, duplicate-key violations all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Backups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mysqldump scheduled backup procedure documented in README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Reports return in well under a second on the demo dataset — NFR performance target met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CONCLUSION</a:t>
            </a:r>
          </a:p>
          <a:p>
            <a:r>
              <a:rPr sz="26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Centralized single source of truth for every license, subscription, allocation and renewal across departments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Business rules enforced inside the database — unique keys, seat limits, valid periods and ACID workflows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Proactive monitoring: expiry bands, automated compliance sweeps and dated audit history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E1A2B"/>
                </a:solidFill>
              </a:rPr>
              <a:t>• Decision support: utilization percentages, department usage and lifetime vendor spend for renewal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Web dashboard for department managers and end users on top of the database layer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Email/Slack alerts for CRITICAL expiry band; RBAC integration with campus SSO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SaaS API ingestion for automatic usage and true-up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Thank you — Questions? · Jampana Naga Satya Sai Rishvarma · 25WU0102105 · Woxsen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